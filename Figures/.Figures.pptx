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74" r:id="rId21"/>
    <p:sldId id="275" r:id="rId22"/>
    <p:sldId id="276" r:id="rId23"/>
    <p:sldId id="280" r:id="rId24"/>
    <p:sldId id="281" r:id="rId25"/>
    <p:sldId id="277" r:id="rId26"/>
    <p:sldId id="26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raphical Abstract" id="{0E4A73E1-B7E2-4793-A6B4-EC5FFD182484}">
          <p14:sldIdLst>
            <p14:sldId id="256"/>
          </p14:sldIdLst>
        </p14:section>
        <p14:section name="Main Figures" id="{E756C52F-EC07-47F3-9231-873C8FA4F106}">
          <p14:sldIdLst>
            <p14:sldId id="257"/>
            <p14:sldId id="258"/>
            <p14:sldId id="259"/>
            <p14:sldId id="260"/>
            <p14:sldId id="261"/>
            <p14:sldId id="278"/>
          </p14:sldIdLst>
        </p14:section>
        <p14:section name="Supplementary Figures" id="{3A916CF2-DDEE-48DF-80D7-2699BF3BCBBC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9"/>
            <p14:sldId id="274"/>
            <p14:sldId id="275"/>
            <p14:sldId id="276"/>
            <p14:sldId id="280"/>
            <p14:sldId id="281"/>
            <p14:sldId id="277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3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1C3F7-A418-4D96-96A2-E8A0B377D8F5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53353-3AAD-4B32-8B94-D2FBD78DCD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35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</a:t>
            </a:r>
          </a:p>
          <a:p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20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691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733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399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514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544E-F104-467E-1885-DCB123B52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AC61D-D084-7DE0-19D6-9B11FD332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0440D-178A-046D-318C-EDE99A2F9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</a:t>
            </a:r>
          </a:p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D5358-3A72-F73F-0BA0-D0AF14E1B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916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77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2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146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357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34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1532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184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6068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03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7031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419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381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12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234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947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383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0819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Figure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513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53353-3AAD-4B32-8B94-D2FBD78DCDF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827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10E3-80A1-5D9C-E517-586AD0762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80313-97F7-4A40-F4D9-649381B12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B1081-8333-4B45-A050-869139F23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08239-528F-55FB-F29D-EEB065C6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724CC-C437-53F3-17FE-3C0590FA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20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F6DAB-B0EE-281E-2495-88D01E47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D6AC7-D02B-8489-7132-5B7673811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72F3-2391-E4CA-3EC1-9BF0655B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95BA-0E85-5B6F-0070-15219D9E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539C5-369B-AF29-17BE-557C124E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43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27DE-0DE9-2976-3DA5-C3BF5D169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4BE24-72EE-737B-A34E-165459F4C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476A-AEC6-F773-722E-CE2ADD14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997CC-3D66-4371-80B6-491A8856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B10D-80B9-0C4B-5099-6FA40710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7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55654-E641-9B74-5A76-47063272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15030-090A-DEFB-4A55-C459F6805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21AA9-2EDB-2694-51A6-5BBA37E20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06D30-EB02-1D07-D7BB-EEB75CDC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5234A-CF89-098A-3AA3-E3D4EAB3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BAA91-8F33-091E-3775-F536DD5E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69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9261-C4A2-CA31-6C61-655D49B5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D33F0-3B52-32C6-0639-193AF4B0D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46C31-D9DA-5DA8-0C5A-FBFBF7992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4FF2F-6FB0-BD99-2447-9B1A18807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1CED5-4F35-B584-FC30-210AD5862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7025EF-6883-F55A-8724-B0A86D270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51D65-A3A1-0B9E-5B9E-731A8C84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2D314-7EBF-F007-E7BF-2C3340E3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18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E87E-4D46-ACD9-1A31-DC7519AF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EA829-5846-C449-30A7-A670D9B8B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334C4-BCEC-03D6-89D5-597F8B4DA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5EA7F-FC92-EC8A-81E9-1D201A39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04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1D45D8-FF42-2B2C-9870-0263A5E2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64498-5E83-27C5-6374-D9AD90AD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4467A-B037-A253-8954-15AC32F7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9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5B54-B27B-9AED-1217-22477B68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CF8EA-4936-E1AA-A7F8-7D8D80D7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04E33-678E-0BEC-50D4-6A869CAC7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3EBE9-D734-51C0-AE2D-245F0837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BB4AE-9414-CA56-B30F-C4C4B025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91A2B-4F11-C232-0B20-14B057E5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59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6B0A-7587-EC5F-FBCB-B0BB780F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F50BCA-5F5C-260E-7F9E-D6716828E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04135-02AA-F781-7F38-C9DCCF943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2F102-359D-462D-72BB-8968DC8B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01A8A-90D2-E6C8-CB99-B2E6B72C0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8E4FA-20FD-EDBC-3F21-A17F32A5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1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E70D-D640-0540-0E0F-BE34772C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EB02-9A44-BB2D-CF73-6B422BBC9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6DBD7-F507-F885-E008-2364DD6B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FD0C-CA56-4C74-C22B-8FFCE0B8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55AD8-BC4F-6CBA-8355-9ABB7E59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93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31DA-337C-2861-A0C4-9D6E7CF3F9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C97E6-F6B1-0049-B325-B4D658CD5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96C32-11E8-7AF8-E3AB-07B05F7A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4847-0B69-7176-C48A-0603ABA9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F71A-0BF8-B62F-DD0D-DE45C916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993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16840-A4DA-A717-8E3A-BF7A5BD2E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A7C78-76E5-18EC-4645-8C1D83009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5F013-1435-38F7-C822-0D2FE5B48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58EDC-2649-4575-9744-9FE156CB428F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36700-69A6-7076-31EB-4C98DEA49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1DABA-13C8-C565-5405-384EE3E184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894B6-B45C-4897-8255-52C689F24A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63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34BC37-DB41-B251-AF3E-82F26BB60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1056"/>
            <a:ext cx="12192000" cy="547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84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90EC1-7062-D601-E73E-35F009F2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232AA-2320-7AD1-DE86-C45263DDF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4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0C36-E2C5-CED2-6990-95F0FC82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F38C2-4787-D1BC-3D6D-6D410D1BBF7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658" y="0"/>
            <a:ext cx="8000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F1D6-77E1-741A-3AF1-B8091F4B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951E3-A0A9-DB5C-F1A7-799463483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544" y="0"/>
            <a:ext cx="5602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56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4C00-A641-954F-0A0A-88410359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FCF69A-32AC-E170-29EB-84878C29CB8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2" y="0"/>
            <a:ext cx="119953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64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B157-A589-A5C9-DE91-3A2BD673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7ED3FF-97D9-0347-5285-6ED681FFFF0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550" y="0"/>
            <a:ext cx="7198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7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A5FC-BF6A-9963-9F48-80D39FA9B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946" y="0"/>
            <a:ext cx="8208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7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21C98-3B53-B3F4-BFFD-20FB9A0B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F87B68-8456-AB0C-64AC-9EC12D0E401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85" y="0"/>
            <a:ext cx="10971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41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94E4-0EAF-7663-32A5-A32BBD34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F1B210-3D5E-8CB6-B253-C7E8D6E9B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18" y="0"/>
            <a:ext cx="71231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98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4CBC-1AE8-A794-2181-7F0B95FD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F5059-7D3C-9312-9BE4-6E69D8204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309" y="0"/>
            <a:ext cx="5585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10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0600-8D4C-26C5-0066-19F7AEC7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FBE74-45D5-2556-D24C-4F24C7E3911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37" y="0"/>
            <a:ext cx="7009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214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AF45-9528-DB2D-1250-E23AA945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8599A-54A8-93AE-390D-646B2742E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309" y="0"/>
            <a:ext cx="5585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5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6C10F-9917-597C-BA29-8192243B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A656E-8435-B191-2E18-9EDADC215AB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237" y="0"/>
            <a:ext cx="7009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25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FC450-C93A-F25A-C754-6A46E68E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7CACE1-FD7B-3205-5E8D-83ADAC946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451" y="0"/>
            <a:ext cx="5561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50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D83A-5108-6E08-9EB1-4480437C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CAB96-527C-61E4-B7E6-7F093D41D99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81" y="0"/>
            <a:ext cx="6997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41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30B1-999D-4220-38BE-A270D5F54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876B4-21FF-F21E-D67F-90600AE462F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346" y="0"/>
            <a:ext cx="9873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58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7486-8B3F-4B15-B90C-36C1DF3A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06531-491E-E225-59F6-81D8F419B94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68" y="0"/>
            <a:ext cx="9351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32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09AAD-32D0-AC94-6077-53AC2ED10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5CAC6-B666-CCBA-C4E3-6B490DBDC27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4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4CE2-53AE-39F8-655C-6D6A2E136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4B4555-821C-A516-CA28-F29C46E06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66" y="227069"/>
            <a:ext cx="9604268" cy="64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00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54934-67E4-310B-D651-02798C9A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572D83-55FD-A8BF-20FB-C039AC0323F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528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FEF5C-3C72-B5D1-4777-AF232160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B4C22-0990-5F99-2051-89CBFF6E6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481" y="0"/>
            <a:ext cx="4899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72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E5DD-2B35-3425-EC3E-C4400F93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367" y="0"/>
            <a:ext cx="6861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97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90C8D-EE9A-ADD2-7592-F371A1FA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82" y="0"/>
            <a:ext cx="10735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79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CC18-774A-CD55-8E73-D1428577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974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8AAE-0F2B-A27F-AA5E-6D0087677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490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766D-9C6A-2DAC-FCF5-C3D89383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9704DD-DEF4-22A5-25A2-AAB2C6EFB4F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95" y="0"/>
            <a:ext cx="97962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8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85</Words>
  <Application>Microsoft Office PowerPoint</Application>
  <PresentationFormat>Widescreen</PresentationFormat>
  <Paragraphs>46</Paragraphs>
  <Slides>26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等线</vt:lpstr>
      <vt:lpstr>等线 Light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Admins</dc:creator>
  <cp:lastModifiedBy>Administrator</cp:lastModifiedBy>
  <cp:revision>37</cp:revision>
  <dcterms:created xsi:type="dcterms:W3CDTF">2026-09-01T03:39:03Z</dcterms:created>
  <dcterms:modified xsi:type="dcterms:W3CDTF">2026-09-06T03:01:01Z</dcterms:modified>
</cp:coreProperties>
</file>